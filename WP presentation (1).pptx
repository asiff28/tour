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notesMasterIdLst>
    <p:notesMasterId r:id="rId15"/>
  </p:notesMasterIdLst>
  <p:sldIdLst>
    <p:sldId id="257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53F5E-3FC5-4C62-8ED2-7E734C1A982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4EFF8-6DBB-49D3-82E0-61E7E1AF7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23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4EFF8-6DBB-49D3-82E0-61E7E1AF791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335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25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928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55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403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63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96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6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47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46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3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867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7099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65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0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335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05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68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A6A84-DBB7-4D44-85A2-03829EA0296D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AA3C6-BA8A-40AD-93A9-63524F79523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496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05A0CE-F725-AE47-00A6-BA2FF6021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D4921D-C9D4-A302-909F-4B6F65B86B6A}"/>
              </a:ext>
            </a:extLst>
          </p:cNvPr>
          <p:cNvSpPr txBox="1"/>
          <p:nvPr/>
        </p:nvSpPr>
        <p:spPr>
          <a:xfrm>
            <a:off x="8130199" y="5584512"/>
            <a:ext cx="3618270" cy="92333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reflection blurRad="6350" stA="50000" endA="300" endPos="55000" dir="5400000" sy="-100000" algn="bl" rotWithShape="0"/>
            <a:softEdge rad="635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SemiCondensed" panose="020B0502040204020203" pitchFamily="34" charset="0"/>
              </a:rPr>
              <a:t>Presentation by ;</a:t>
            </a:r>
          </a:p>
          <a:p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SemiCondensed" panose="020B0502040204020203" pitchFamily="34" charset="0"/>
              </a:rPr>
              <a:t>             MOHAMMAD ASIF</a:t>
            </a:r>
          </a:p>
          <a:p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SemiCondensed" panose="020B0502040204020203" pitchFamily="34" charset="0"/>
              </a:rPr>
              <a:t>             MADAN KUMAR</a:t>
            </a:r>
          </a:p>
        </p:txBody>
      </p:sp>
    </p:spTree>
    <p:extLst>
      <p:ext uri="{BB962C8B-B14F-4D97-AF65-F5344CB8AC3E}">
        <p14:creationId xmlns:p14="http://schemas.microsoft.com/office/powerpoint/2010/main" val="679356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computer science&#10;&#10;AI-generated content may be incorrect.">
            <a:extLst>
              <a:ext uri="{FF2B5EF4-FFF2-40B4-BE49-F238E27FC236}">
                <a16:creationId xmlns:a16="http://schemas.microsoft.com/office/drawing/2014/main" id="{99D6B37B-693F-5A62-ED50-0736C9A33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555" y="2247264"/>
            <a:ext cx="4103084" cy="36353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A58D5B-16B1-8099-62FB-7338288D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Natural language processing (nlp)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3C149-0D92-61EE-A38B-A532EACFD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326641"/>
            <a:ext cx="9905999" cy="34645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Natural Language Processing is a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field that combines computer science,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artificial intelligence and Human language.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It helps computers understand, process and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create human language in a way that makes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sense and is useful.</a:t>
            </a:r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798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A0CD-F211-3CF7-39CB-555F33E2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Importance of natural language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18D03-DEE3-E5DF-5589-9353B0821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1. </a:t>
            </a: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Communication with Computers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 NLP allows humans to interact with computers in their natural language, making technology more accessible and user-friendly.</a:t>
            </a:r>
          </a:p>
          <a:p>
            <a:pPr marL="0" indent="0">
              <a:buNone/>
            </a:pPr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2. </a:t>
            </a: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Information Extraction and Analysis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NLP helps in extracting valuable information from large volumes of unstructured data, such as social media posts, emails, and news articles.</a:t>
            </a:r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70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9896F-DD77-F1BE-25EA-B0486B300247}"/>
              </a:ext>
            </a:extLst>
          </p:cNvPr>
          <p:cNvSpPr txBox="1"/>
          <p:nvPr/>
        </p:nvSpPr>
        <p:spPr>
          <a:xfrm>
            <a:off x="1229360" y="792480"/>
            <a:ext cx="97332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3. Automation and Efficiency</a:t>
            </a:r>
          </a:p>
          <a:p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Chatbots and virtual assistants provide instant responses to customer queries, improving service efficiency.</a:t>
            </a: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en-IN" sz="24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4. Language Translation</a:t>
            </a:r>
          </a:p>
          <a:p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Tools like Google Translate use NLP to break down language barriers, enabling communication across different languages and cultures</a:t>
            </a:r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.</a:t>
            </a:r>
            <a:endParaRPr lang="en-IN" sz="24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en-IN" sz="24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5. Security and Fraud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Email systems use NLP to detect and filter out spam messages.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NLP helps in identifying fraudulent activities by analyzing patterns in textual data.</a:t>
            </a: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13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A53E-2CE5-F4EC-EC90-AE637578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Components of natural language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F3E0-A537-752B-8C1B-8D7201025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Natural language understanding (NLU)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NLU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helps machines understand and analyze human language by extracting keywords, emotions, relationships, and semantics from large amounts of text.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Natural language generation (NLG)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NLG helps in generating the output in a natural language based on the input provided by the user.</a:t>
            </a:r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49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0CA-3171-3409-FD40-57FF4432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Steps in natural language </a:t>
            </a:r>
            <a:b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27F4-FD0B-3A27-0157-2CA50D9E9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249487"/>
            <a:ext cx="9523411" cy="3541714"/>
          </a:xfrm>
        </p:spPr>
        <p:txBody>
          <a:bodyPr/>
          <a:lstStyle/>
          <a:p>
            <a:pPr marL="457200" indent="-457200">
              <a:buAutoNum type="arabicPeriod"/>
            </a:pPr>
            <a:endParaRPr lang="en-IN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Lexical analysis</a:t>
            </a: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Syntactic analysis</a:t>
            </a: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Semantic analysis</a:t>
            </a: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Discourse integration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Pragmatic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5DC18-EC32-A4A8-AA19-C0801CEF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5" y="1819276"/>
            <a:ext cx="596265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0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52809E-20EC-1F05-43BC-D33FF6A1FEC6}"/>
              </a:ext>
            </a:extLst>
          </p:cNvPr>
          <p:cNvSpPr txBox="1"/>
          <p:nvPr/>
        </p:nvSpPr>
        <p:spPr>
          <a:xfrm>
            <a:off x="1381760" y="751840"/>
            <a:ext cx="9794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1.Lexical analysis </a:t>
            </a:r>
          </a:p>
          <a:p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It focuses on identifying and processing words in a text. It breaks down the input text into individual tokens that are meaningful units of language such as words or phrases</a:t>
            </a:r>
          </a:p>
          <a:p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2. Syntactic Analysis</a:t>
            </a:r>
          </a:p>
          <a:p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Syntactic Analysis helps in understanding how words in a sentence are arranged according to grammar rules. It ensures that the sentence follows correct grammar which makes the meaning clearer.</a:t>
            </a:r>
          </a:p>
          <a:p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3. Semantic Analysis</a:t>
            </a:r>
          </a:p>
          <a:p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Semantic Analysis focuses on understanding meaning behind words and sentences. It ensures that the text is not only grammatically correct but also logically correct.</a:t>
            </a: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98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98A36F-1BBE-1286-F340-B139B2A082B6}"/>
              </a:ext>
            </a:extLst>
          </p:cNvPr>
          <p:cNvSpPr txBox="1"/>
          <p:nvPr/>
        </p:nvSpPr>
        <p:spPr>
          <a:xfrm>
            <a:off x="1412240" y="904240"/>
            <a:ext cx="95707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4. Discourse Integration</a:t>
            </a:r>
          </a:p>
          <a:p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It is the process of understanding how individual sentences or segments of text connect and relate to each other within a broader context.</a:t>
            </a:r>
          </a:p>
          <a:p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5. Pragmatic Analysis</a:t>
            </a:r>
          </a:p>
          <a:p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Pragmatic analysis helps in understanding the deeper meaning behind words and sentences by looking beyond their literal meanings</a:t>
            </a: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51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03B6-7C17-F023-59A9-A5051B47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Advantages of natural language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BEF5-1F74-7AD7-141D-8E3D15D61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1. Easier Human–Computer Interaction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2. </a:t>
            </a: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Reduces human effort and errors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3. Useful in business, marketing, and research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4. Understands user intent and emotions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5. Delivers customized content or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422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F462D-8D4A-A758-6610-37D191794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Disadvantages of natural Language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8033D-B536-7142-5C2F-D1389D2E4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Limited Understanding</a:t>
            </a: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High Cost and Complexity</a:t>
            </a: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Privacy Concerns</a:t>
            </a: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Constant Updates Needed</a:t>
            </a:r>
          </a:p>
          <a:p>
            <a:pPr marL="457200" indent="-457200">
              <a:buAutoNum type="arabicPeriod"/>
            </a:pP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Data Dependency</a:t>
            </a:r>
          </a:p>
        </p:txBody>
      </p:sp>
    </p:spTree>
    <p:extLst>
      <p:ext uri="{BB962C8B-B14F-4D97-AF65-F5344CB8AC3E}">
        <p14:creationId xmlns:p14="http://schemas.microsoft.com/office/powerpoint/2010/main" val="196482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8D2A7-BB0D-7D9A-36A2-C3C91E6B0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960" y="444567"/>
            <a:ext cx="7599680" cy="604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05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54396-89FB-AB23-77E1-E98133BA0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3" y="1"/>
            <a:ext cx="13637342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EE6FC7-3FC0-FCA2-21C5-48E2DBB26C93}"/>
              </a:ext>
            </a:extLst>
          </p:cNvPr>
          <p:cNvSpPr/>
          <p:nvPr/>
        </p:nvSpPr>
        <p:spPr>
          <a:xfrm>
            <a:off x="4185174" y="1807129"/>
            <a:ext cx="36643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524109-1141-7CE7-6A09-24DD0D127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852" y="2661634"/>
            <a:ext cx="3306547" cy="3306547"/>
          </a:xfrm>
          <a:prstGeom prst="rect">
            <a:avLst/>
          </a:prstGeom>
          <a:pattFill prst="pct5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686DC4-D23C-A532-0492-B3D40900551A}"/>
              </a:ext>
            </a:extLst>
          </p:cNvPr>
          <p:cNvSpPr/>
          <p:nvPr/>
        </p:nvSpPr>
        <p:spPr>
          <a:xfrm>
            <a:off x="4098293" y="5899356"/>
            <a:ext cx="39196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0" cap="none" spc="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OH MY GOD</a:t>
            </a:r>
          </a:p>
        </p:txBody>
      </p:sp>
    </p:spTree>
    <p:extLst>
      <p:ext uri="{BB962C8B-B14F-4D97-AF65-F5344CB8AC3E}">
        <p14:creationId xmlns:p14="http://schemas.microsoft.com/office/powerpoint/2010/main" val="237881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752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5">
      <a:dk1>
        <a:srgbClr val="0E3554"/>
      </a:dk1>
      <a:lt1>
        <a:srgbClr val="0E3554"/>
      </a:lt1>
      <a:dk2>
        <a:srgbClr val="134770"/>
      </a:dk2>
      <a:lt2>
        <a:srgbClr val="82FFFF"/>
      </a:lt2>
      <a:accent1>
        <a:srgbClr val="0E3554"/>
      </a:accent1>
      <a:accent2>
        <a:srgbClr val="0E3554"/>
      </a:accent2>
      <a:accent3>
        <a:srgbClr val="0E3554"/>
      </a:accent3>
      <a:accent4>
        <a:srgbClr val="0E3554"/>
      </a:accent4>
      <a:accent5>
        <a:srgbClr val="0E3554"/>
      </a:accent5>
      <a:accent6>
        <a:srgbClr val="0E3554"/>
      </a:accent6>
      <a:hlink>
        <a:srgbClr val="0E3554"/>
      </a:hlink>
      <a:folHlink>
        <a:srgbClr val="0E3554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203</TotalTime>
  <Words>490</Words>
  <Application>Microsoft Office PowerPoint</Application>
  <PresentationFormat>Widescreen</PresentationFormat>
  <Paragraphs>66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SemiCondensed</vt:lpstr>
      <vt:lpstr>Calibri</vt:lpstr>
      <vt:lpstr>Tw Cen MT</vt:lpstr>
      <vt:lpstr>Wingdings</vt:lpstr>
      <vt:lpstr>Circuit</vt:lpstr>
      <vt:lpstr>PowerPoint Presentation</vt:lpstr>
      <vt:lpstr>Natural language processing (nlp)</vt:lpstr>
      <vt:lpstr>Importance of natural language processing</vt:lpstr>
      <vt:lpstr>PowerPoint Presentation</vt:lpstr>
      <vt:lpstr>Components of natural language processing</vt:lpstr>
      <vt:lpstr>Steps in natural language  processing</vt:lpstr>
      <vt:lpstr>PowerPoint Presentation</vt:lpstr>
      <vt:lpstr>PowerPoint Presentation</vt:lpstr>
      <vt:lpstr>Advantages of natural language processing</vt:lpstr>
      <vt:lpstr>Disadvantages of natural Language processing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madan kumar</dc:creator>
  <cp:lastModifiedBy>madan kumar</cp:lastModifiedBy>
  <cp:revision>5</cp:revision>
  <dcterms:created xsi:type="dcterms:W3CDTF">2025-11-03T10:01:35Z</dcterms:created>
  <dcterms:modified xsi:type="dcterms:W3CDTF">2025-11-03T13:26:04Z</dcterms:modified>
</cp:coreProperties>
</file>